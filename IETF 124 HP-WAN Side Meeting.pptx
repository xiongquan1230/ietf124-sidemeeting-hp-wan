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0" r:id="rId4"/>
    <p:sldId id="257" r:id="rId5"/>
    <p:sldId id="258" r:id="rId6"/>
    <p:sldId id="259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0470" y="2034540"/>
            <a:ext cx="11570970" cy="1824990"/>
          </a:xfrm>
        </p:spPr>
        <p:txBody>
          <a:bodyPr>
            <a:normAutofit fontScale="90000"/>
          </a:bodyPr>
          <a:lstStyle/>
          <a:p>
            <a:r>
              <a:rPr lang="en-US" altLang="zh-CN" sz="5335" dirty="0" smtClean="0">
                <a:latin typeface="Arial" panose="020B0604020202020204" pitchFamily="34" charset="0"/>
                <a:cs typeface="Arial" panose="020B0604020202020204" pitchFamily="34" charset="0"/>
              </a:rPr>
              <a:t>IETF 124 HP-WAN Side meeting</a:t>
            </a:r>
            <a:br>
              <a:rPr lang="en-US" altLang="zh-CN" sz="533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5335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br>
              <a:rPr lang="en-US" altLang="zh-CN" sz="5335" dirty="0" smtClean="0"/>
            </a:br>
            <a:endParaRPr lang="zh-CN" altLang="en-US" sz="5335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Daniel Huang/Daniel King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副标题 2"/>
          <p:cNvSpPr>
            <a:spLocks noGrp="1"/>
          </p:cNvSpPr>
          <p:nvPr/>
        </p:nvSpPr>
        <p:spPr>
          <a:xfrm>
            <a:off x="1277210" y="5211244"/>
            <a:ext cx="9144000" cy="12177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marL="228600" indent="-228600" algn="l" rt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-228600" algn="l" rtl="0" fontAlgn="base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IETF 124 @</a:t>
            </a:r>
            <a:r>
              <a:rPr lang="zh-CN" altLang="en-US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 </a:t>
            </a: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Montreal </a:t>
            </a:r>
            <a:endParaRPr lang="en-US" altLang="zh-CN" sz="2000" dirty="0">
              <a:latin typeface="Calibri Light" panose="020F0302020204030204" charset="0"/>
              <a:ea typeface="思源黑体 CN Light" panose="020B0300000000000000" charset="-122"/>
              <a:cs typeface="Calibri Light" panose="020F0302020204030204" charset="0"/>
            </a:endParaRPr>
          </a:p>
          <a:p>
            <a:pPr marL="0" indent="0" algn="ctr">
              <a:buNone/>
            </a:pP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November, 2025</a:t>
            </a:r>
            <a:endParaRPr lang="zh-CN" altLang="en-US" sz="2000" dirty="0">
              <a:latin typeface="Calibri Light" panose="020F0302020204030204" charset="0"/>
              <a:ea typeface="思源黑体 CN Light" panose="020B0300000000000000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0135" y="182078"/>
            <a:ext cx="8610600" cy="1293028"/>
          </a:xfrm>
        </p:spPr>
        <p:txBody>
          <a:bodyPr/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NOTE WELL</a:t>
            </a:r>
            <a:endParaRPr lang="en-US" altLang="zh-C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1350" y="1163955"/>
            <a:ext cx="10894695" cy="4023995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This is a reminder of IETF policies in effect on various topics such as patents or code of conduct. It is only meant to point you in the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right direction. Exceptions may apply. The IETF's patent policy and the definition of an IETF "contribution" and "participation" are set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forth in BCP 79; please read it carefully.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As a reminder: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By participating in the IETF, you agree to follow IETF processes and policies.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If you are aware that any IETF contribution is covered by patents or patent applications that are owned or controlled by you or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your sponsor, you must disclose that fact, or not participate in the discussion.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As a participant in or attendee to any IETF activity you acknowledge that written, audio, video, and photographic records of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meetings may be made public.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Personal information that you provide to IETF will be handled in accordance with the IETF Privacy Statement.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As a participant or attendee, you agree to work respectfully with other participants; please contact the ombudsteam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(https://www.ietf.org/contact/ombudsteam/) if you have questions or concerns about this.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Definitive information is in the documents listed below and other IETF BCPs. For advice, please talk to WG chairs or ADs: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BCP 9 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Internet Standards Process)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BCP 25 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Working Group processes)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BCP 25 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Anti-Harassment Procedures)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BCP 54 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Code of Conduct)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BCP 78 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Copyright)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BCP 79 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Patents, Participation)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https://www.ietf.org/privacy-policy/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Privacy Policy)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1735" y="603083"/>
            <a:ext cx="8610600" cy="1293028"/>
          </a:xfrm>
        </p:spPr>
        <p:txBody>
          <a:bodyPr/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US" altLang="zh-C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096770"/>
            <a:ext cx="10820400" cy="4024125"/>
          </a:xfrm>
        </p:spPr>
        <p:txBody>
          <a:bodyPr/>
          <a:lstStyle/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Clarifying what could be done in IETF in terms of what have been discussed and updated</a:t>
            </a:r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Established drafts update and new contributions.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Next steps for HP-WAN.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2825" y="317333"/>
            <a:ext cx="8610600" cy="1293028"/>
          </a:xfrm>
        </p:spPr>
        <p:txBody>
          <a:bodyPr/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en-US" altLang="zh-C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665" y="1634490"/>
            <a:ext cx="11314430" cy="4023995"/>
          </a:xfrm>
        </p:spPr>
        <p:txBody>
          <a:bodyPr>
            <a:noAutofit/>
          </a:bodyPr>
          <a:lstStyle/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1,Note well, welcome statements, introduction and agenda bash. 5mins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2,HP-WAN Hackathon Plan, Daniel King, 10mins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3,HP-WAN Documents Updates (State-Of-The-Art and Framework), Quan Xiong, 10mins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4,PolKA, Magnos Martinello,20mins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5,Open Issues Discussion, 20min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995" y="2355850"/>
            <a:ext cx="7091045" cy="12928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Thanks for your time and being with us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2825" y="317333"/>
            <a:ext cx="8610600" cy="1293028"/>
          </a:xfrm>
        </p:spPr>
        <p:txBody>
          <a:bodyPr/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OPEN Discussion</a:t>
            </a:r>
            <a:endParaRPr lang="en-US" altLang="zh-C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665" y="1634490"/>
            <a:ext cx="11314430" cy="4023995"/>
          </a:xfrm>
        </p:spPr>
        <p:txBody>
          <a:bodyPr>
            <a:noAutofit/>
          </a:bodyPr>
          <a:lstStyle/>
          <a:p>
            <a:r>
              <a:rPr lang="en-US" altLang="zh-C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Open issues list:</a:t>
            </a:r>
            <a:endParaRPr lang="en-US" altLang="zh-C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180" dirty="0" smtClean="0">
                <a:latin typeface="Arial" panose="020B0604020202020204" pitchFamily="34" charset="0"/>
                <a:cs typeface="Arial" panose="020B0604020202020204" pitchFamily="34" charset="0"/>
              </a:rPr>
              <a:t>Is the host-network collaboration implemented via distributed signalling or centralized configuration?</a:t>
            </a:r>
            <a:endParaRPr lang="en-US" altLang="zh-CN" sz="218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1960" dirty="0" smtClean="0">
                <a:latin typeface="Arial" panose="020B0604020202020204" pitchFamily="34" charset="0"/>
                <a:cs typeface="Arial" panose="020B0604020202020204" pitchFamily="34" charset="0"/>
              </a:rPr>
              <a:t>signaling options?e.g. RSVP/ALTO/GRASP</a:t>
            </a:r>
            <a:endParaRPr lang="en-US" altLang="zh-CN" sz="196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</a:rPr>
              <a:t>RSVP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</a:rPr>
              <a:t>pros:it is applicable </a:t>
            </a:r>
            <a:r>
              <a:rPr lang="en-US" altLang="zh-CN" sz="1735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 hosts and network </a:t>
            </a:r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</a:rPr>
              <a:t>to perform rate negotiation and  resource scheduling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how to relieve the </a:t>
            </a:r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scalability </a:t>
            </a:r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problem? SR-TE?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3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ALTO: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4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pros: request/response protocol to allow a host to choose optimal paths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4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cons:it is reporting network information to the host, not communication between host and network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3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GRASP: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4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pros: simple communication from application layer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4"/>
            <a:r>
              <a:rPr lang="en-US" altLang="zh-CN" sz="1740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cons: peer-to-peer communication which can not cover the network nodes</a:t>
            </a:r>
            <a:endParaRPr lang="en-US" altLang="zh-CN" sz="174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2"/>
            <a:endParaRPr lang="en-US" altLang="zh-CN" sz="2205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水汽尾迹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TM04033937[[fn=水汽尾迹]]</Template>
  <TotalTime>0</TotalTime>
  <Words>2612</Words>
  <Application>WPS 演示</Application>
  <PresentationFormat>宽屏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黑体</vt:lpstr>
      <vt:lpstr>Calibri Light</vt:lpstr>
      <vt:lpstr>思源黑体 CN Light</vt:lpstr>
      <vt:lpstr>Century Gothic</vt:lpstr>
      <vt:lpstr>微软雅黑</vt:lpstr>
      <vt:lpstr>Arial Unicode MS</vt:lpstr>
      <vt:lpstr>Calibri</vt:lpstr>
      <vt:lpstr>水汽尾迹</vt:lpstr>
      <vt:lpstr>IETF 124 HP-WAN Side meeting      </vt:lpstr>
      <vt:lpstr>NOTE WELL</vt:lpstr>
      <vt:lpstr>motivation</vt:lpstr>
      <vt:lpstr>Agenda</vt:lpstr>
      <vt:lpstr>Thanks for your time and being with us</vt:lpstr>
      <vt:lpstr>Agenda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120 HP-WAN</dc:title>
  <dc:creator>张征00007940</dc:creator>
  <cp:lastModifiedBy>00091065</cp:lastModifiedBy>
  <cp:revision>22</cp:revision>
  <dcterms:created xsi:type="dcterms:W3CDTF">2024-07-17T06:54:00Z</dcterms:created>
  <dcterms:modified xsi:type="dcterms:W3CDTF">2025-10-31T09:39:49Z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2052-11.8.2.12085</vt:lpwstr>
  </property>
  <property fmtid="{D5CDD505-2E9C-101B-9397-08002B2CF9AE}" pid="3" name="ICV">
    <vt:lpwstr>D6532C0DD28848A890C97EEF63CA0DD1</vt:lpwstr>
  </property>
</Properties>
</file>